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Blinkit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End-to-End Data Analytics Project</a:t>
            </a:r>
          </a:p>
          <a:p>
            <a:r>
              <a:t>Python • PostgreSQL • Power BI</a:t>
            </a:r>
          </a:p>
        </p:txBody>
      </p:sp>
      <p:pic>
        <p:nvPicPr>
          <p:cNvPr id="4" name="Picture 3" descr="blinki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5303520" cy="29911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Objective:</a:t>
            </a:r>
          </a:p>
          <a:p>
            <a:r>
              <a:t>Analyze Blinkit grocery sales to identify sales trends, outlet performance and customer preferences.</a:t>
            </a:r>
          </a:p>
          <a:p/>
          <a:p>
            <a:r>
              <a:t>Workflow:</a:t>
            </a:r>
          </a:p>
          <a:p>
            <a:r>
              <a:t>• Data Cleaning in Python</a:t>
            </a:r>
          </a:p>
          <a:p>
            <a:r>
              <a:t>• SQL Analysis</a:t>
            </a:r>
          </a:p>
          <a:p>
            <a:r>
              <a:t>• Interactive Dashboard in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Dataset includes:</a:t>
            </a:r>
          </a:p>
          <a:p>
            <a:r>
              <a:t>• Product details</a:t>
            </a:r>
          </a:p>
          <a:p>
            <a:r>
              <a:t>• Outlet information</a:t>
            </a:r>
          </a:p>
          <a:p>
            <a:r>
              <a:t>• Sales</a:t>
            </a:r>
          </a:p>
          <a:p>
            <a:r>
              <a:t>• Ratings</a:t>
            </a:r>
          </a:p>
          <a:p>
            <a:r>
              <a:t>• Visibility</a:t>
            </a:r>
          </a:p>
          <a:p>
            <a:r>
              <a:t>• Fat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Python Data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Cleaning steps:</a:t>
            </a:r>
          </a:p>
          <a:p>
            <a:r>
              <a:t>• Renamed columns</a:t>
            </a:r>
          </a:p>
          <a:p>
            <a:r>
              <a:t>• Handled missing values</a:t>
            </a:r>
          </a:p>
          <a:p>
            <a:r>
              <a:t>• Standardized categories</a:t>
            </a:r>
          </a:p>
          <a:p>
            <a:r>
              <a:t>• Fixed visibility values</a:t>
            </a:r>
          </a:p>
        </p:txBody>
      </p:sp>
      <p:pic>
        <p:nvPicPr>
          <p:cNvPr id="4" name="Picture 3" descr="Screenshot (3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Engineered Features:</a:t>
            </a:r>
          </a:p>
          <a:p>
            <a:r>
              <a:t>• Outlet Age</a:t>
            </a:r>
          </a:p>
          <a:p>
            <a:r>
              <a:t>• Outlet Age Group</a:t>
            </a:r>
          </a:p>
          <a:p>
            <a:r>
              <a:t>• Sales Category</a:t>
            </a:r>
          </a:p>
          <a:p>
            <a:r>
              <a:t>• Visibility Group</a:t>
            </a:r>
          </a:p>
        </p:txBody>
      </p:sp>
      <p:pic>
        <p:nvPicPr>
          <p:cNvPr id="4" name="Picture 3" descr="Screenshot (3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PostgreSQL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Imported cleaned data into PostgreSQL and performed business analysis using SQL.</a:t>
            </a:r>
          </a:p>
        </p:txBody>
      </p:sp>
      <p:pic>
        <p:nvPicPr>
          <p:cNvPr id="4" name="Picture 3" descr="Screenshot (3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Business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SQL Questions:</a:t>
            </a:r>
          </a:p>
          <a:p>
            <a:r>
              <a:t>• Revenue by category</a:t>
            </a:r>
          </a:p>
          <a:p>
            <a:r>
              <a:t>• Outlet performance</a:t>
            </a:r>
          </a:p>
          <a:p>
            <a:r>
              <a:t>• Fat content comparison</a:t>
            </a:r>
          </a:p>
          <a:p>
            <a:r>
              <a:t>• Rating analysis</a:t>
            </a:r>
          </a:p>
          <a:p>
            <a:r>
              <a:t>• Visibility impact</a:t>
            </a:r>
          </a:p>
          <a:p>
            <a:r>
              <a:t>• Outlet age performance</a:t>
            </a:r>
          </a:p>
        </p:txBody>
      </p:sp>
      <p:pic>
        <p:nvPicPr>
          <p:cNvPr id="4" name="Picture 3" descr="Screenshot (4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7315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Interactive dashboard with KPIs, slicers and charts.</a:t>
            </a:r>
          </a:p>
        </p:txBody>
      </p:sp>
      <p:pic>
        <p:nvPicPr>
          <p:cNvPr id="4" name="Picture 3" descr="blinki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731520"/>
            <a:ext cx="5760720" cy="32489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Insights:</a:t>
            </a:r>
          </a:p>
          <a:p>
            <a:r>
              <a:t>• Supermarket Type 1 generated the highest sales.</a:t>
            </a:r>
          </a:p>
          <a:p>
            <a:r>
              <a:t>• Tier 3 outlets contributed the highest revenue.</a:t>
            </a:r>
          </a:p>
          <a:p>
            <a:r>
              <a:t>• Medium-sized outlets outperformed others.</a:t>
            </a:r>
          </a:p>
          <a:p>
            <a:r>
              <a:t>• Low Fat products had higher sales.</a:t>
            </a:r>
          </a:p>
          <a:p>
            <a:r>
              <a:t>• 6–10 year old outlets achieved the highest sales.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Tools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Tools Used:</a:t>
            </a:r>
          </a:p>
          <a:p>
            <a:r>
              <a:t>• Python (Pandas)</a:t>
            </a:r>
          </a:p>
          <a:p>
            <a:r>
              <a:t>• Jupyter Notebook</a:t>
            </a:r>
          </a:p>
          <a:p>
            <a:r>
              <a:t>• PostgreSQL</a:t>
            </a:r>
          </a:p>
          <a:p>
            <a:r>
              <a:t>• SQL</a:t>
            </a:r>
          </a:p>
          <a:p>
            <a:r>
              <a:t>• Power BI</a:t>
            </a:r>
          </a:p>
          <a:p>
            <a:r>
              <a:t>• Git &amp; GitHub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Outcome:</a:t>
            </a:r>
          </a:p>
          <a:p>
            <a:r>
              <a:t>Built an end-to-end analytics solution from raw data to executive dashboard. Demonstrated ETL, SQL analysis, DAX measures and data visualization skills.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486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Thank You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